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8288000" cy="10287000"/>
  <p:notesSz cx="6858000" cy="9144000"/>
  <p:embeddedFontLst>
    <p:embeddedFont>
      <p:font typeface="Calibri" panose="020F0502020204030204" pitchFamily="34" charset="0"/>
      <p:regular r:id="rId6"/>
      <p:bold r:id="rId7"/>
      <p:italic r:id="rId8"/>
      <p:boldItalic r:id="rId9"/>
    </p:embeddedFont>
    <p:embeddedFont>
      <p:font typeface="League Spartan" panose="020B0604020202020204" charset="0"/>
      <p:regular r:id="rId10"/>
    </p:embeddedFont>
    <p:embeddedFont>
      <p:font typeface="Noto Sans" panose="020B0502040504020204" pitchFamily="34" charset="0"/>
      <p:regular r:id="rId11"/>
      <p:bold r:id="rId12"/>
      <p:italic r:id="rId13"/>
      <p:boldItalic r:id="rId14"/>
    </p:embeddedFont>
    <p:embeddedFont>
      <p:font typeface="Noto Sans Bold" panose="020B0502040504020204" pitchFamily="34" charset="0"/>
      <p:regular r:id="rId15"/>
      <p:bold r:id="rId16"/>
    </p:embeddedFont>
    <p:embeddedFont>
      <p:font typeface="Paytone One" panose="020B0604020202020204" charset="0"/>
      <p:regular r:id="rId17"/>
    </p:embeddedFont>
    <p:embeddedFont>
      <p:font typeface="Roboto" panose="020B0604020202020204" charset="0"/>
      <p:regular r:id="rId18"/>
    </p:embeddedFont>
    <p:embeddedFont>
      <p:font typeface="Sriracha" panose="020B0604020202020204" charset="-3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898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font" Target="fonts/font10.fntdata"/><Relationship Id="rId23" Type="http://schemas.openxmlformats.org/officeDocument/2006/relationships/tableStyles" Target="tableStyles.xml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14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svg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Relationship Id="rId1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14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2" Type="http://schemas.openxmlformats.org/officeDocument/2006/relationships/image" Target="../media/image13.png"/><Relationship Id="rId16" Type="http://schemas.openxmlformats.org/officeDocument/2006/relationships/hyperlink" Target="https://monich532003.github.io/web--b-n--hoa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svg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Relationship Id="rId1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958139" y="7560255"/>
            <a:ext cx="3973679" cy="4114800"/>
          </a:xfrm>
          <a:custGeom>
            <a:avLst/>
            <a:gdLst/>
            <a:ahLst/>
            <a:cxnLst/>
            <a:rect l="l" t="t" r="r" b="b"/>
            <a:pathLst>
              <a:path w="3973679" h="4114800">
                <a:moveTo>
                  <a:pt x="3973678" y="0"/>
                </a:moveTo>
                <a:lnTo>
                  <a:pt x="0" y="0"/>
                </a:lnTo>
                <a:lnTo>
                  <a:pt x="0" y="4114800"/>
                </a:lnTo>
                <a:lnTo>
                  <a:pt x="3973678" y="4114800"/>
                </a:lnTo>
                <a:lnTo>
                  <a:pt x="397367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0" y="0"/>
            <a:ext cx="4004909" cy="2890816"/>
          </a:xfrm>
          <a:custGeom>
            <a:avLst/>
            <a:gdLst/>
            <a:ahLst/>
            <a:cxnLst/>
            <a:rect l="l" t="t" r="r" b="b"/>
            <a:pathLst>
              <a:path w="4004909" h="2890816">
                <a:moveTo>
                  <a:pt x="4004909" y="2890816"/>
                </a:moveTo>
                <a:lnTo>
                  <a:pt x="0" y="2890816"/>
                </a:lnTo>
                <a:lnTo>
                  <a:pt x="0" y="0"/>
                </a:lnTo>
                <a:lnTo>
                  <a:pt x="4004909" y="0"/>
                </a:lnTo>
                <a:lnTo>
                  <a:pt x="4004909" y="289081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4676297" y="7752241"/>
            <a:ext cx="3611703" cy="2534759"/>
          </a:xfrm>
          <a:custGeom>
            <a:avLst/>
            <a:gdLst/>
            <a:ahLst/>
            <a:cxnLst/>
            <a:rect l="l" t="t" r="r" b="b"/>
            <a:pathLst>
              <a:path w="3611703" h="2534759">
                <a:moveTo>
                  <a:pt x="3611703" y="0"/>
                </a:moveTo>
                <a:lnTo>
                  <a:pt x="0" y="0"/>
                </a:lnTo>
                <a:lnTo>
                  <a:pt x="0" y="2534759"/>
                </a:lnTo>
                <a:lnTo>
                  <a:pt x="3611703" y="2534759"/>
                </a:lnTo>
                <a:lnTo>
                  <a:pt x="361170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474513" flipV="1">
            <a:off x="15680812" y="-1088829"/>
            <a:ext cx="3611813" cy="4244489"/>
          </a:xfrm>
          <a:custGeom>
            <a:avLst/>
            <a:gdLst/>
            <a:ahLst/>
            <a:cxnLst/>
            <a:rect l="l" t="t" r="r" b="b"/>
            <a:pathLst>
              <a:path w="3611813" h="4244489">
                <a:moveTo>
                  <a:pt x="0" y="4244488"/>
                </a:moveTo>
                <a:lnTo>
                  <a:pt x="3611813" y="4244488"/>
                </a:lnTo>
                <a:lnTo>
                  <a:pt x="3611813" y="0"/>
                </a:lnTo>
                <a:lnTo>
                  <a:pt x="0" y="0"/>
                </a:lnTo>
                <a:lnTo>
                  <a:pt x="0" y="4244488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338354" y="2042717"/>
            <a:ext cx="1606762" cy="1696198"/>
          </a:xfrm>
          <a:custGeom>
            <a:avLst/>
            <a:gdLst/>
            <a:ahLst/>
            <a:cxnLst/>
            <a:rect l="l" t="t" r="r" b="b"/>
            <a:pathLst>
              <a:path w="1606762" h="1696198">
                <a:moveTo>
                  <a:pt x="0" y="0"/>
                </a:moveTo>
                <a:lnTo>
                  <a:pt x="1606762" y="0"/>
                </a:lnTo>
                <a:lnTo>
                  <a:pt x="1606762" y="1696198"/>
                </a:lnTo>
                <a:lnTo>
                  <a:pt x="0" y="169619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4614110">
            <a:off x="17366721" y="6203504"/>
            <a:ext cx="1451207" cy="1372896"/>
          </a:xfrm>
          <a:custGeom>
            <a:avLst/>
            <a:gdLst/>
            <a:ahLst/>
            <a:cxnLst/>
            <a:rect l="l" t="t" r="r" b="b"/>
            <a:pathLst>
              <a:path w="1451207" h="1372896">
                <a:moveTo>
                  <a:pt x="0" y="0"/>
                </a:moveTo>
                <a:lnTo>
                  <a:pt x="1451208" y="0"/>
                </a:lnTo>
                <a:lnTo>
                  <a:pt x="1451208" y="1372896"/>
                </a:lnTo>
                <a:lnTo>
                  <a:pt x="0" y="137289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93725" y="1867181"/>
            <a:ext cx="15538174" cy="1559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67"/>
              </a:lnSpc>
            </a:pPr>
            <a:r>
              <a:rPr lang="en-US" sz="9119" dirty="0">
                <a:solidFill>
                  <a:srgbClr val="64050C"/>
                </a:solidFill>
                <a:latin typeface="Paytone One"/>
                <a:ea typeface="Paytone One"/>
                <a:cs typeface="Paytone One"/>
                <a:sym typeface="Paytone One"/>
              </a:rPr>
              <a:t>BÁO CÁO BÀI TẬP DỰ ÁN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3116990" y="6772432"/>
            <a:ext cx="11660757" cy="2168323"/>
            <a:chOff x="0" y="0"/>
            <a:chExt cx="3071146" cy="57108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071146" cy="571081"/>
            </a:xfrm>
            <a:custGeom>
              <a:avLst/>
              <a:gdLst/>
              <a:ahLst/>
              <a:cxnLst/>
              <a:rect l="l" t="t" r="r" b="b"/>
              <a:pathLst>
                <a:path w="3071146" h="571081">
                  <a:moveTo>
                    <a:pt x="21246" y="0"/>
                  </a:moveTo>
                  <a:lnTo>
                    <a:pt x="3049900" y="0"/>
                  </a:lnTo>
                  <a:cubicBezTo>
                    <a:pt x="3055535" y="0"/>
                    <a:pt x="3060939" y="2238"/>
                    <a:pt x="3064923" y="6223"/>
                  </a:cubicBezTo>
                  <a:cubicBezTo>
                    <a:pt x="3068907" y="10207"/>
                    <a:pt x="3071146" y="15611"/>
                    <a:pt x="3071146" y="21246"/>
                  </a:cubicBezTo>
                  <a:lnTo>
                    <a:pt x="3071146" y="549835"/>
                  </a:lnTo>
                  <a:cubicBezTo>
                    <a:pt x="3071146" y="561569"/>
                    <a:pt x="3061634" y="571081"/>
                    <a:pt x="3049900" y="571081"/>
                  </a:cubicBezTo>
                  <a:lnTo>
                    <a:pt x="21246" y="571081"/>
                  </a:lnTo>
                  <a:cubicBezTo>
                    <a:pt x="15611" y="571081"/>
                    <a:pt x="10207" y="568843"/>
                    <a:pt x="6223" y="564858"/>
                  </a:cubicBezTo>
                  <a:cubicBezTo>
                    <a:pt x="2238" y="560874"/>
                    <a:pt x="0" y="555470"/>
                    <a:pt x="0" y="549835"/>
                  </a:cubicBezTo>
                  <a:lnTo>
                    <a:pt x="0" y="21246"/>
                  </a:lnTo>
                  <a:cubicBezTo>
                    <a:pt x="0" y="9512"/>
                    <a:pt x="9512" y="0"/>
                    <a:pt x="21246" y="0"/>
                  </a:cubicBezTo>
                  <a:close/>
                </a:path>
              </a:pathLst>
            </a:custGeom>
            <a:solidFill>
              <a:srgbClr val="C72228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3071146" cy="6091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689466" y="7018394"/>
            <a:ext cx="10515804" cy="1581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Giáo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viên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hướng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dẫn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Nguyễn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Thị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Hải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Hà</a:t>
            </a:r>
            <a:endParaRPr lang="en-US" sz="4500" dirty="0">
              <a:solidFill>
                <a:srgbClr val="FBE7E8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ctr">
              <a:lnSpc>
                <a:spcPts val="6299"/>
              </a:lnSpc>
            </a:pP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Sinh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viên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thực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hiện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Nguyễn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Thị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Mô</a:t>
            </a:r>
            <a:r>
              <a:rPr lang="en-US" sz="4500" dirty="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4500" dirty="0" err="1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Ních</a:t>
            </a:r>
            <a:endParaRPr lang="en-US" sz="4500" dirty="0">
              <a:solidFill>
                <a:srgbClr val="FBE7E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015539" y="3421693"/>
            <a:ext cx="12298064" cy="1003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99"/>
              </a:lnSpc>
            </a:pPr>
            <a:r>
              <a:rPr lang="en-US" sz="5928" b="1" dirty="0">
                <a:solidFill>
                  <a:srgbClr val="64050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MÔ ĐUN: THIẾT KẾ WEB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68408" y="4401850"/>
            <a:ext cx="15491537" cy="2213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78"/>
              </a:lnSpc>
            </a:pPr>
            <a:r>
              <a:rPr lang="en-US" sz="6341" dirty="0">
                <a:solidFill>
                  <a:srgbClr val="64050C"/>
                </a:solidFill>
                <a:latin typeface="Noto Sans"/>
                <a:ea typeface="Noto Sans"/>
                <a:cs typeface="Noto Sans"/>
                <a:sym typeface="Noto Sans"/>
              </a:rPr>
              <a:t>ĐỀ TÀI:</a:t>
            </a:r>
          </a:p>
          <a:p>
            <a:pPr algn="ctr">
              <a:lnSpc>
                <a:spcPts val="8878"/>
              </a:lnSpc>
            </a:pPr>
            <a:r>
              <a:rPr lang="en-US" sz="6341" b="1" dirty="0">
                <a:solidFill>
                  <a:srgbClr val="64050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THIẾT KẾ WEBSITE BÁN HOA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434624" y="-1197983"/>
            <a:ext cx="16601806" cy="16450880"/>
          </a:xfrm>
          <a:custGeom>
            <a:avLst/>
            <a:gdLst/>
            <a:ahLst/>
            <a:cxnLst/>
            <a:rect l="l" t="t" r="r" b="b"/>
            <a:pathLst>
              <a:path w="16601806" h="16450880">
                <a:moveTo>
                  <a:pt x="0" y="0"/>
                </a:moveTo>
                <a:lnTo>
                  <a:pt x="16601806" y="0"/>
                </a:lnTo>
                <a:lnTo>
                  <a:pt x="16601806" y="16450880"/>
                </a:lnTo>
                <a:lnTo>
                  <a:pt x="0" y="164508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781992" y="8212199"/>
            <a:ext cx="2995824" cy="3102217"/>
          </a:xfrm>
          <a:custGeom>
            <a:avLst/>
            <a:gdLst/>
            <a:ahLst/>
            <a:cxnLst/>
            <a:rect l="l" t="t" r="r" b="b"/>
            <a:pathLst>
              <a:path w="2995824" h="3102217">
                <a:moveTo>
                  <a:pt x="2995824" y="0"/>
                </a:moveTo>
                <a:lnTo>
                  <a:pt x="0" y="0"/>
                </a:lnTo>
                <a:lnTo>
                  <a:pt x="0" y="3102217"/>
                </a:lnTo>
                <a:lnTo>
                  <a:pt x="2995824" y="3102217"/>
                </a:lnTo>
                <a:lnTo>
                  <a:pt x="299582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41724" y="0"/>
            <a:ext cx="3511040" cy="2534333"/>
          </a:xfrm>
          <a:custGeom>
            <a:avLst/>
            <a:gdLst/>
            <a:ahLst/>
            <a:cxnLst/>
            <a:rect l="l" t="t" r="r" b="b"/>
            <a:pathLst>
              <a:path w="3511040" h="2534333">
                <a:moveTo>
                  <a:pt x="3511040" y="2534333"/>
                </a:moveTo>
                <a:lnTo>
                  <a:pt x="0" y="2534333"/>
                </a:lnTo>
                <a:lnTo>
                  <a:pt x="0" y="0"/>
                </a:lnTo>
                <a:lnTo>
                  <a:pt x="3511040" y="0"/>
                </a:lnTo>
                <a:lnTo>
                  <a:pt x="3511040" y="2534333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222013" y="8077786"/>
            <a:ext cx="3147843" cy="2209214"/>
          </a:xfrm>
          <a:custGeom>
            <a:avLst/>
            <a:gdLst/>
            <a:ahLst/>
            <a:cxnLst/>
            <a:rect l="l" t="t" r="r" b="b"/>
            <a:pathLst>
              <a:path w="3147843" h="2209214">
                <a:moveTo>
                  <a:pt x="3147843" y="0"/>
                </a:moveTo>
                <a:lnTo>
                  <a:pt x="0" y="0"/>
                </a:lnTo>
                <a:lnTo>
                  <a:pt x="0" y="2209214"/>
                </a:lnTo>
                <a:lnTo>
                  <a:pt x="3147843" y="2209214"/>
                </a:lnTo>
                <a:lnTo>
                  <a:pt x="3147843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474513" flipV="1">
            <a:off x="16261278" y="-962399"/>
            <a:ext cx="3127720" cy="3675597"/>
          </a:xfrm>
          <a:custGeom>
            <a:avLst/>
            <a:gdLst/>
            <a:ahLst/>
            <a:cxnLst/>
            <a:rect l="l" t="t" r="r" b="b"/>
            <a:pathLst>
              <a:path w="3127720" h="3675597">
                <a:moveTo>
                  <a:pt x="0" y="3675597"/>
                </a:moveTo>
                <a:lnTo>
                  <a:pt x="3127719" y="3675597"/>
                </a:lnTo>
                <a:lnTo>
                  <a:pt x="3127719" y="0"/>
                </a:lnTo>
                <a:lnTo>
                  <a:pt x="0" y="0"/>
                </a:lnTo>
                <a:lnTo>
                  <a:pt x="0" y="3675597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338354" y="1790818"/>
            <a:ext cx="1408623" cy="1487030"/>
          </a:xfrm>
          <a:custGeom>
            <a:avLst/>
            <a:gdLst/>
            <a:ahLst/>
            <a:cxnLst/>
            <a:rect l="l" t="t" r="r" b="b"/>
            <a:pathLst>
              <a:path w="1408623" h="1487030">
                <a:moveTo>
                  <a:pt x="0" y="0"/>
                </a:moveTo>
                <a:lnTo>
                  <a:pt x="1408623" y="0"/>
                </a:lnTo>
                <a:lnTo>
                  <a:pt x="1408623" y="1487030"/>
                </a:lnTo>
                <a:lnTo>
                  <a:pt x="0" y="148703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4614110">
            <a:off x="17566900" y="6727958"/>
            <a:ext cx="1264825" cy="1196571"/>
          </a:xfrm>
          <a:custGeom>
            <a:avLst/>
            <a:gdLst/>
            <a:ahLst/>
            <a:cxnLst/>
            <a:rect l="l" t="t" r="r" b="b"/>
            <a:pathLst>
              <a:path w="1264825" h="1196571">
                <a:moveTo>
                  <a:pt x="0" y="0"/>
                </a:moveTo>
                <a:lnTo>
                  <a:pt x="1264825" y="0"/>
                </a:lnTo>
                <a:lnTo>
                  <a:pt x="1264825" y="1196571"/>
                </a:lnTo>
                <a:lnTo>
                  <a:pt x="0" y="119657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869417" y="1909796"/>
            <a:ext cx="14549165" cy="7348504"/>
            <a:chOff x="0" y="0"/>
            <a:chExt cx="3955689" cy="199794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955688" cy="1997942"/>
            </a:xfrm>
            <a:custGeom>
              <a:avLst/>
              <a:gdLst/>
              <a:ahLst/>
              <a:cxnLst/>
              <a:rect l="l" t="t" r="r" b="b"/>
              <a:pathLst>
                <a:path w="3955688" h="1997942">
                  <a:moveTo>
                    <a:pt x="3876270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1918524"/>
                  </a:lnTo>
                  <a:cubicBezTo>
                    <a:pt x="43699" y="1918524"/>
                    <a:pt x="79418" y="1953863"/>
                    <a:pt x="79418" y="1997942"/>
                  </a:cubicBezTo>
                  <a:lnTo>
                    <a:pt x="3876270" y="1997942"/>
                  </a:lnTo>
                  <a:cubicBezTo>
                    <a:pt x="3876270" y="1954243"/>
                    <a:pt x="3911609" y="1918524"/>
                    <a:pt x="3955688" y="1918524"/>
                  </a:cubicBezTo>
                  <a:lnTo>
                    <a:pt x="3955688" y="79418"/>
                  </a:lnTo>
                  <a:cubicBezTo>
                    <a:pt x="3911989" y="79418"/>
                    <a:pt x="3876270" y="44079"/>
                    <a:pt x="3876270" y="0"/>
                  </a:cubicBezTo>
                  <a:close/>
                </a:path>
              </a:pathLst>
            </a:custGeom>
            <a:ln w="123825" cap="sq">
              <a:solidFill>
                <a:srgbClr val="64050C"/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8100" y="0"/>
              <a:ext cx="3879489" cy="1959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153510" y="2163985"/>
            <a:ext cx="13980980" cy="6840127"/>
            <a:chOff x="0" y="0"/>
            <a:chExt cx="3801208" cy="185972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801208" cy="1859723"/>
            </a:xfrm>
            <a:custGeom>
              <a:avLst/>
              <a:gdLst/>
              <a:ahLst/>
              <a:cxnLst/>
              <a:rect l="l" t="t" r="r" b="b"/>
              <a:pathLst>
                <a:path w="3801208" h="1859723">
                  <a:moveTo>
                    <a:pt x="3721790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1780305"/>
                  </a:lnTo>
                  <a:cubicBezTo>
                    <a:pt x="43699" y="1780305"/>
                    <a:pt x="79418" y="1815644"/>
                    <a:pt x="79418" y="1859723"/>
                  </a:cubicBezTo>
                  <a:lnTo>
                    <a:pt x="3721790" y="1859723"/>
                  </a:lnTo>
                  <a:cubicBezTo>
                    <a:pt x="3721790" y="1816023"/>
                    <a:pt x="3757129" y="1780305"/>
                    <a:pt x="3801208" y="1780305"/>
                  </a:cubicBezTo>
                  <a:lnTo>
                    <a:pt x="3801208" y="79418"/>
                  </a:lnTo>
                  <a:cubicBezTo>
                    <a:pt x="3757509" y="79418"/>
                    <a:pt x="3721790" y="44079"/>
                    <a:pt x="3721790" y="0"/>
                  </a:cubicBezTo>
                  <a:close/>
                </a:path>
              </a:pathLst>
            </a:custGeom>
            <a:ln w="66675" cap="sq">
              <a:solidFill>
                <a:srgbClr val="C72228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8100" y="0"/>
              <a:ext cx="3725008" cy="1821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766131" y="2534333"/>
            <a:ext cx="10755738" cy="1306810"/>
            <a:chOff x="0" y="0"/>
            <a:chExt cx="2832787" cy="3441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832787" cy="344180"/>
            </a:xfrm>
            <a:custGeom>
              <a:avLst/>
              <a:gdLst/>
              <a:ahLst/>
              <a:cxnLst/>
              <a:rect l="l" t="t" r="r" b="b"/>
              <a:pathLst>
                <a:path w="2832787" h="344180">
                  <a:moveTo>
                    <a:pt x="2832787" y="0"/>
                  </a:moveTo>
                  <a:lnTo>
                    <a:pt x="0" y="0"/>
                  </a:lnTo>
                  <a:lnTo>
                    <a:pt x="101600" y="172090"/>
                  </a:lnTo>
                  <a:lnTo>
                    <a:pt x="0" y="344180"/>
                  </a:lnTo>
                  <a:lnTo>
                    <a:pt x="2832787" y="344180"/>
                  </a:lnTo>
                  <a:lnTo>
                    <a:pt x="2731187" y="172090"/>
                  </a:lnTo>
                  <a:lnTo>
                    <a:pt x="2832787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88900" y="-38100"/>
              <a:ext cx="2654987" cy="382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 rot="-5400000">
            <a:off x="2898465" y="2696641"/>
            <a:ext cx="1306810" cy="982194"/>
            <a:chOff x="0" y="0"/>
            <a:chExt cx="344180" cy="25868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4180" cy="258685"/>
            </a:xfrm>
            <a:custGeom>
              <a:avLst/>
              <a:gdLst/>
              <a:ahLst/>
              <a:cxnLst/>
              <a:rect l="l" t="t" r="r" b="b"/>
              <a:pathLst>
                <a:path w="344180" h="258685">
                  <a:moveTo>
                    <a:pt x="344180" y="0"/>
                  </a:moveTo>
                  <a:lnTo>
                    <a:pt x="344180" y="144385"/>
                  </a:lnTo>
                  <a:lnTo>
                    <a:pt x="172090" y="258685"/>
                  </a:lnTo>
                  <a:lnTo>
                    <a:pt x="0" y="144385"/>
                  </a:lnTo>
                  <a:lnTo>
                    <a:pt x="0" y="0"/>
                  </a:lnTo>
                  <a:lnTo>
                    <a:pt x="344180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4180" cy="1824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 rot="5400000">
            <a:off x="14082725" y="2696641"/>
            <a:ext cx="1306810" cy="982194"/>
            <a:chOff x="0" y="0"/>
            <a:chExt cx="344180" cy="25868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44180" cy="258685"/>
            </a:xfrm>
            <a:custGeom>
              <a:avLst/>
              <a:gdLst/>
              <a:ahLst/>
              <a:cxnLst/>
              <a:rect l="l" t="t" r="r" b="b"/>
              <a:pathLst>
                <a:path w="344180" h="258685">
                  <a:moveTo>
                    <a:pt x="344180" y="0"/>
                  </a:moveTo>
                  <a:lnTo>
                    <a:pt x="344180" y="144385"/>
                  </a:lnTo>
                  <a:lnTo>
                    <a:pt x="172090" y="258685"/>
                  </a:lnTo>
                  <a:lnTo>
                    <a:pt x="0" y="144385"/>
                  </a:lnTo>
                  <a:lnTo>
                    <a:pt x="0" y="0"/>
                  </a:lnTo>
                  <a:lnTo>
                    <a:pt x="344180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44180" cy="1824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4809518" y="2803185"/>
            <a:ext cx="8668964" cy="854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dirty="0">
                <a:solidFill>
                  <a:srgbClr val="FFFFFF"/>
                </a:solidFill>
                <a:latin typeface="Paytone One"/>
                <a:ea typeface="Paytone One"/>
                <a:cs typeface="Paytone One"/>
                <a:sym typeface="Paytone One"/>
              </a:rPr>
              <a:t>SẢN PHẨM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272082" y="3953807"/>
            <a:ext cx="12161241" cy="4573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98826" lvl="1" indent="-399413" algn="l">
              <a:lnSpc>
                <a:spcPts val="5179"/>
              </a:lnSpc>
              <a:buAutoNum type="arabicPeriod"/>
            </a:pPr>
            <a:r>
              <a:rPr lang="en-US" sz="3699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TRANG CHỦ</a:t>
            </a:r>
          </a:p>
          <a:p>
            <a:pPr marL="798826" lvl="1" indent="-399413" algn="l">
              <a:lnSpc>
                <a:spcPts val="5179"/>
              </a:lnSpc>
              <a:buAutoNum type="arabicPeriod"/>
            </a:pPr>
            <a:r>
              <a:rPr lang="en-US" sz="3699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ƯU ĐÃI</a:t>
            </a:r>
          </a:p>
          <a:p>
            <a:pPr marL="798826" lvl="1" indent="-399413" algn="l">
              <a:lnSpc>
                <a:spcPts val="5179"/>
              </a:lnSpc>
              <a:buAutoNum type="arabicPeriod"/>
            </a:pPr>
            <a:r>
              <a:rPr lang="en-US" sz="3699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GIỚI THIỆU</a:t>
            </a:r>
          </a:p>
          <a:p>
            <a:pPr marL="798826" lvl="1" indent="-399413" algn="l">
              <a:lnSpc>
                <a:spcPts val="5179"/>
              </a:lnSpc>
              <a:buAutoNum type="arabicPeriod"/>
            </a:pPr>
            <a:r>
              <a:rPr lang="en-US" sz="3699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SẢN PHẨM</a:t>
            </a:r>
          </a:p>
          <a:p>
            <a:pPr marL="798826" lvl="1" indent="-399413" algn="l">
              <a:lnSpc>
                <a:spcPts val="5179"/>
              </a:lnSpc>
              <a:buAutoNum type="arabicPeriod"/>
            </a:pPr>
            <a:r>
              <a:rPr lang="en-US" sz="3699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ĐĂNG NHẬP/ĐĂNG KÝ</a:t>
            </a:r>
          </a:p>
          <a:p>
            <a:pPr marL="798826" lvl="1" indent="-399413" algn="l">
              <a:lnSpc>
                <a:spcPts val="5179"/>
              </a:lnSpc>
              <a:buAutoNum type="arabicPeriod"/>
            </a:pPr>
            <a:r>
              <a:rPr lang="en-US" sz="3699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ĐÁNH GIÁ KHÁCH HÀNG</a:t>
            </a:r>
          </a:p>
          <a:p>
            <a:pPr marL="798826" lvl="1" indent="-399413" algn="l">
              <a:lnSpc>
                <a:spcPts val="5179"/>
              </a:lnSpc>
              <a:buAutoNum type="arabicPeriod"/>
            </a:pPr>
            <a:r>
              <a:rPr lang="en-US" sz="3699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LIÊN HỆ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573178" y="-6687573"/>
            <a:ext cx="16601806" cy="16450880"/>
          </a:xfrm>
          <a:custGeom>
            <a:avLst/>
            <a:gdLst/>
            <a:ahLst/>
            <a:cxnLst/>
            <a:rect l="l" t="t" r="r" b="b"/>
            <a:pathLst>
              <a:path w="16601806" h="16450880">
                <a:moveTo>
                  <a:pt x="0" y="0"/>
                </a:moveTo>
                <a:lnTo>
                  <a:pt x="16601806" y="0"/>
                </a:lnTo>
                <a:lnTo>
                  <a:pt x="16601806" y="16450881"/>
                </a:lnTo>
                <a:lnTo>
                  <a:pt x="0" y="164508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-781992" y="8212199"/>
            <a:ext cx="2995824" cy="3102217"/>
          </a:xfrm>
          <a:custGeom>
            <a:avLst/>
            <a:gdLst/>
            <a:ahLst/>
            <a:cxnLst/>
            <a:rect l="l" t="t" r="r" b="b"/>
            <a:pathLst>
              <a:path w="2995824" h="3102217">
                <a:moveTo>
                  <a:pt x="2995824" y="0"/>
                </a:moveTo>
                <a:lnTo>
                  <a:pt x="0" y="0"/>
                </a:lnTo>
                <a:lnTo>
                  <a:pt x="0" y="3102217"/>
                </a:lnTo>
                <a:lnTo>
                  <a:pt x="2995824" y="3102217"/>
                </a:lnTo>
                <a:lnTo>
                  <a:pt x="299582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41724" y="0"/>
            <a:ext cx="3511040" cy="2534333"/>
          </a:xfrm>
          <a:custGeom>
            <a:avLst/>
            <a:gdLst/>
            <a:ahLst/>
            <a:cxnLst/>
            <a:rect l="l" t="t" r="r" b="b"/>
            <a:pathLst>
              <a:path w="3511040" h="2534333">
                <a:moveTo>
                  <a:pt x="3511040" y="2534333"/>
                </a:moveTo>
                <a:lnTo>
                  <a:pt x="0" y="2534333"/>
                </a:lnTo>
                <a:lnTo>
                  <a:pt x="0" y="0"/>
                </a:lnTo>
                <a:lnTo>
                  <a:pt x="3511040" y="0"/>
                </a:lnTo>
                <a:lnTo>
                  <a:pt x="3511040" y="2534333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222013" y="8077786"/>
            <a:ext cx="3147843" cy="2209214"/>
          </a:xfrm>
          <a:custGeom>
            <a:avLst/>
            <a:gdLst/>
            <a:ahLst/>
            <a:cxnLst/>
            <a:rect l="l" t="t" r="r" b="b"/>
            <a:pathLst>
              <a:path w="3147843" h="2209214">
                <a:moveTo>
                  <a:pt x="3147843" y="0"/>
                </a:moveTo>
                <a:lnTo>
                  <a:pt x="0" y="0"/>
                </a:lnTo>
                <a:lnTo>
                  <a:pt x="0" y="2209214"/>
                </a:lnTo>
                <a:lnTo>
                  <a:pt x="3147843" y="2209214"/>
                </a:lnTo>
                <a:lnTo>
                  <a:pt x="3147843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474513" flipV="1">
            <a:off x="16261278" y="-962399"/>
            <a:ext cx="3127720" cy="3675597"/>
          </a:xfrm>
          <a:custGeom>
            <a:avLst/>
            <a:gdLst/>
            <a:ahLst/>
            <a:cxnLst/>
            <a:rect l="l" t="t" r="r" b="b"/>
            <a:pathLst>
              <a:path w="3127720" h="3675597">
                <a:moveTo>
                  <a:pt x="0" y="3675597"/>
                </a:moveTo>
                <a:lnTo>
                  <a:pt x="3127719" y="3675597"/>
                </a:lnTo>
                <a:lnTo>
                  <a:pt x="3127719" y="0"/>
                </a:lnTo>
                <a:lnTo>
                  <a:pt x="0" y="0"/>
                </a:lnTo>
                <a:lnTo>
                  <a:pt x="0" y="3675597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338354" y="1790818"/>
            <a:ext cx="1408623" cy="1487030"/>
          </a:xfrm>
          <a:custGeom>
            <a:avLst/>
            <a:gdLst/>
            <a:ahLst/>
            <a:cxnLst/>
            <a:rect l="l" t="t" r="r" b="b"/>
            <a:pathLst>
              <a:path w="1408623" h="1487030">
                <a:moveTo>
                  <a:pt x="0" y="0"/>
                </a:moveTo>
                <a:lnTo>
                  <a:pt x="1408623" y="0"/>
                </a:lnTo>
                <a:lnTo>
                  <a:pt x="1408623" y="1487030"/>
                </a:lnTo>
                <a:lnTo>
                  <a:pt x="0" y="148703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4614110">
            <a:off x="17566900" y="6727958"/>
            <a:ext cx="1264825" cy="1196571"/>
          </a:xfrm>
          <a:custGeom>
            <a:avLst/>
            <a:gdLst/>
            <a:ahLst/>
            <a:cxnLst/>
            <a:rect l="l" t="t" r="r" b="b"/>
            <a:pathLst>
              <a:path w="1264825" h="1196571">
                <a:moveTo>
                  <a:pt x="0" y="0"/>
                </a:moveTo>
                <a:lnTo>
                  <a:pt x="1264825" y="0"/>
                </a:lnTo>
                <a:lnTo>
                  <a:pt x="1264825" y="1196571"/>
                </a:lnTo>
                <a:lnTo>
                  <a:pt x="0" y="119657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869417" y="1909796"/>
            <a:ext cx="14549165" cy="7348504"/>
            <a:chOff x="0" y="0"/>
            <a:chExt cx="3955689" cy="199794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955688" cy="1997942"/>
            </a:xfrm>
            <a:custGeom>
              <a:avLst/>
              <a:gdLst/>
              <a:ahLst/>
              <a:cxnLst/>
              <a:rect l="l" t="t" r="r" b="b"/>
              <a:pathLst>
                <a:path w="3955688" h="1997942">
                  <a:moveTo>
                    <a:pt x="3876270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1918524"/>
                  </a:lnTo>
                  <a:cubicBezTo>
                    <a:pt x="43699" y="1918524"/>
                    <a:pt x="79418" y="1953863"/>
                    <a:pt x="79418" y="1997942"/>
                  </a:cubicBezTo>
                  <a:lnTo>
                    <a:pt x="3876270" y="1997942"/>
                  </a:lnTo>
                  <a:cubicBezTo>
                    <a:pt x="3876270" y="1954243"/>
                    <a:pt x="3911609" y="1918524"/>
                    <a:pt x="3955688" y="1918524"/>
                  </a:cubicBezTo>
                  <a:lnTo>
                    <a:pt x="3955688" y="79418"/>
                  </a:lnTo>
                  <a:cubicBezTo>
                    <a:pt x="3911989" y="79418"/>
                    <a:pt x="3876270" y="44079"/>
                    <a:pt x="3876270" y="0"/>
                  </a:cubicBezTo>
                  <a:close/>
                </a:path>
              </a:pathLst>
            </a:custGeom>
            <a:ln w="123825" cap="sq">
              <a:solidFill>
                <a:srgbClr val="64050C"/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8100" y="0"/>
              <a:ext cx="3879489" cy="19598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153510" y="2163985"/>
            <a:ext cx="13980980" cy="6840127"/>
            <a:chOff x="0" y="0"/>
            <a:chExt cx="3801208" cy="185972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801208" cy="1859723"/>
            </a:xfrm>
            <a:custGeom>
              <a:avLst/>
              <a:gdLst/>
              <a:ahLst/>
              <a:cxnLst/>
              <a:rect l="l" t="t" r="r" b="b"/>
              <a:pathLst>
                <a:path w="3801208" h="1859723">
                  <a:moveTo>
                    <a:pt x="3721790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1780305"/>
                  </a:lnTo>
                  <a:cubicBezTo>
                    <a:pt x="43699" y="1780305"/>
                    <a:pt x="79418" y="1815644"/>
                    <a:pt x="79418" y="1859723"/>
                  </a:cubicBezTo>
                  <a:lnTo>
                    <a:pt x="3721790" y="1859723"/>
                  </a:lnTo>
                  <a:cubicBezTo>
                    <a:pt x="3721790" y="1816023"/>
                    <a:pt x="3757129" y="1780305"/>
                    <a:pt x="3801208" y="1780305"/>
                  </a:cubicBezTo>
                  <a:lnTo>
                    <a:pt x="3801208" y="79418"/>
                  </a:lnTo>
                  <a:cubicBezTo>
                    <a:pt x="3757509" y="79418"/>
                    <a:pt x="3721790" y="44079"/>
                    <a:pt x="3721790" y="0"/>
                  </a:cubicBezTo>
                  <a:close/>
                </a:path>
              </a:pathLst>
            </a:custGeom>
            <a:ln w="66675" cap="sq">
              <a:solidFill>
                <a:srgbClr val="C72228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8100" y="0"/>
              <a:ext cx="3725008" cy="1821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766131" y="2534333"/>
            <a:ext cx="10755738" cy="1306810"/>
            <a:chOff x="0" y="0"/>
            <a:chExt cx="2832787" cy="3441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832787" cy="344180"/>
            </a:xfrm>
            <a:custGeom>
              <a:avLst/>
              <a:gdLst/>
              <a:ahLst/>
              <a:cxnLst/>
              <a:rect l="l" t="t" r="r" b="b"/>
              <a:pathLst>
                <a:path w="2832787" h="344180">
                  <a:moveTo>
                    <a:pt x="2832787" y="0"/>
                  </a:moveTo>
                  <a:lnTo>
                    <a:pt x="0" y="0"/>
                  </a:lnTo>
                  <a:lnTo>
                    <a:pt x="101600" y="172090"/>
                  </a:lnTo>
                  <a:lnTo>
                    <a:pt x="0" y="344180"/>
                  </a:lnTo>
                  <a:lnTo>
                    <a:pt x="2832787" y="344180"/>
                  </a:lnTo>
                  <a:lnTo>
                    <a:pt x="2731187" y="172090"/>
                  </a:lnTo>
                  <a:lnTo>
                    <a:pt x="2832787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88900" y="-38100"/>
              <a:ext cx="2654987" cy="382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 rot="-5400000">
            <a:off x="2898465" y="2696641"/>
            <a:ext cx="1306810" cy="982194"/>
            <a:chOff x="0" y="0"/>
            <a:chExt cx="344180" cy="25868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4180" cy="258685"/>
            </a:xfrm>
            <a:custGeom>
              <a:avLst/>
              <a:gdLst/>
              <a:ahLst/>
              <a:cxnLst/>
              <a:rect l="l" t="t" r="r" b="b"/>
              <a:pathLst>
                <a:path w="344180" h="258685">
                  <a:moveTo>
                    <a:pt x="344180" y="0"/>
                  </a:moveTo>
                  <a:lnTo>
                    <a:pt x="344180" y="144385"/>
                  </a:lnTo>
                  <a:lnTo>
                    <a:pt x="172090" y="258685"/>
                  </a:lnTo>
                  <a:lnTo>
                    <a:pt x="0" y="144385"/>
                  </a:lnTo>
                  <a:lnTo>
                    <a:pt x="0" y="0"/>
                  </a:lnTo>
                  <a:lnTo>
                    <a:pt x="344180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4180" cy="1824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 rot="5400000">
            <a:off x="14082725" y="2696641"/>
            <a:ext cx="1306810" cy="982194"/>
            <a:chOff x="0" y="0"/>
            <a:chExt cx="344180" cy="25868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44180" cy="258685"/>
            </a:xfrm>
            <a:custGeom>
              <a:avLst/>
              <a:gdLst/>
              <a:ahLst/>
              <a:cxnLst/>
              <a:rect l="l" t="t" r="r" b="b"/>
              <a:pathLst>
                <a:path w="344180" h="258685">
                  <a:moveTo>
                    <a:pt x="344180" y="0"/>
                  </a:moveTo>
                  <a:lnTo>
                    <a:pt x="344180" y="144385"/>
                  </a:lnTo>
                  <a:lnTo>
                    <a:pt x="172090" y="258685"/>
                  </a:lnTo>
                  <a:lnTo>
                    <a:pt x="0" y="144385"/>
                  </a:lnTo>
                  <a:lnTo>
                    <a:pt x="0" y="0"/>
                  </a:lnTo>
                  <a:lnTo>
                    <a:pt x="344180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44180" cy="1824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4532682" y="2722451"/>
            <a:ext cx="9712351" cy="854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dirty="0">
                <a:solidFill>
                  <a:srgbClr val="FFFFFF"/>
                </a:solidFill>
                <a:latin typeface="Paytone One"/>
                <a:ea typeface="Paytone One"/>
                <a:cs typeface="Paytone One"/>
                <a:sym typeface="Paytone One"/>
              </a:rPr>
              <a:t>SẢN PHẨM</a:t>
            </a:r>
          </a:p>
        </p:txBody>
      </p:sp>
      <p:sp>
        <p:nvSpPr>
          <p:cNvPr id="25" name="TextBox 25">
            <a:hlinkClick r:id="rId16"/>
          </p:cNvPr>
          <p:cNvSpPr txBox="1"/>
          <p:nvPr/>
        </p:nvSpPr>
        <p:spPr>
          <a:xfrm>
            <a:off x="3276600" y="5517373"/>
            <a:ext cx="10955953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985"/>
              </a:lnSpc>
              <a:spcBef>
                <a:spcPct val="0"/>
              </a:spcBef>
            </a:pPr>
            <a:r>
              <a:rPr lang="en-US" sz="3560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 </a:t>
            </a:r>
            <a:r>
              <a:rPr lang="en-US" sz="3560" dirty="0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  <a:hlinkClick r:id="rId16"/>
              </a:rPr>
              <a:t> https://monich532003.github.io/web--b-n--hoa/</a:t>
            </a:r>
            <a:endParaRPr lang="en-US" sz="3560" dirty="0">
              <a:solidFill>
                <a:srgbClr val="64050C"/>
              </a:solidFill>
              <a:latin typeface="Sriracha"/>
              <a:ea typeface="Sriracha"/>
              <a:cs typeface="Sriracha"/>
              <a:sym typeface="Srirach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958139" y="7560255"/>
            <a:ext cx="3973679" cy="4114800"/>
          </a:xfrm>
          <a:custGeom>
            <a:avLst/>
            <a:gdLst/>
            <a:ahLst/>
            <a:cxnLst/>
            <a:rect l="l" t="t" r="r" b="b"/>
            <a:pathLst>
              <a:path w="3973679" h="4114800">
                <a:moveTo>
                  <a:pt x="3973678" y="0"/>
                </a:moveTo>
                <a:lnTo>
                  <a:pt x="0" y="0"/>
                </a:lnTo>
                <a:lnTo>
                  <a:pt x="0" y="4114800"/>
                </a:lnTo>
                <a:lnTo>
                  <a:pt x="3973678" y="4114800"/>
                </a:lnTo>
                <a:lnTo>
                  <a:pt x="397367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0" y="0"/>
            <a:ext cx="4004909" cy="2890816"/>
          </a:xfrm>
          <a:custGeom>
            <a:avLst/>
            <a:gdLst/>
            <a:ahLst/>
            <a:cxnLst/>
            <a:rect l="l" t="t" r="r" b="b"/>
            <a:pathLst>
              <a:path w="4004909" h="2890816">
                <a:moveTo>
                  <a:pt x="4004909" y="2890816"/>
                </a:moveTo>
                <a:lnTo>
                  <a:pt x="0" y="2890816"/>
                </a:lnTo>
                <a:lnTo>
                  <a:pt x="0" y="0"/>
                </a:lnTo>
                <a:lnTo>
                  <a:pt x="4004909" y="0"/>
                </a:lnTo>
                <a:lnTo>
                  <a:pt x="4004909" y="289081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4676297" y="7752241"/>
            <a:ext cx="3611703" cy="2534759"/>
          </a:xfrm>
          <a:custGeom>
            <a:avLst/>
            <a:gdLst/>
            <a:ahLst/>
            <a:cxnLst/>
            <a:rect l="l" t="t" r="r" b="b"/>
            <a:pathLst>
              <a:path w="3611703" h="2534759">
                <a:moveTo>
                  <a:pt x="3611703" y="0"/>
                </a:moveTo>
                <a:lnTo>
                  <a:pt x="0" y="0"/>
                </a:lnTo>
                <a:lnTo>
                  <a:pt x="0" y="2534759"/>
                </a:lnTo>
                <a:lnTo>
                  <a:pt x="3611703" y="2534759"/>
                </a:lnTo>
                <a:lnTo>
                  <a:pt x="361170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474513" flipV="1">
            <a:off x="15680812" y="-1088829"/>
            <a:ext cx="3611813" cy="4244489"/>
          </a:xfrm>
          <a:custGeom>
            <a:avLst/>
            <a:gdLst/>
            <a:ahLst/>
            <a:cxnLst/>
            <a:rect l="l" t="t" r="r" b="b"/>
            <a:pathLst>
              <a:path w="3611813" h="4244489">
                <a:moveTo>
                  <a:pt x="0" y="4244488"/>
                </a:moveTo>
                <a:lnTo>
                  <a:pt x="3611813" y="4244488"/>
                </a:lnTo>
                <a:lnTo>
                  <a:pt x="3611813" y="0"/>
                </a:lnTo>
                <a:lnTo>
                  <a:pt x="0" y="0"/>
                </a:lnTo>
                <a:lnTo>
                  <a:pt x="0" y="4244488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338354" y="2042717"/>
            <a:ext cx="1606762" cy="1696198"/>
          </a:xfrm>
          <a:custGeom>
            <a:avLst/>
            <a:gdLst/>
            <a:ahLst/>
            <a:cxnLst/>
            <a:rect l="l" t="t" r="r" b="b"/>
            <a:pathLst>
              <a:path w="1606762" h="1696198">
                <a:moveTo>
                  <a:pt x="0" y="0"/>
                </a:moveTo>
                <a:lnTo>
                  <a:pt x="1606762" y="0"/>
                </a:lnTo>
                <a:lnTo>
                  <a:pt x="1606762" y="1696198"/>
                </a:lnTo>
                <a:lnTo>
                  <a:pt x="0" y="169619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4614110">
            <a:off x="17366721" y="6203504"/>
            <a:ext cx="1451207" cy="1372896"/>
          </a:xfrm>
          <a:custGeom>
            <a:avLst/>
            <a:gdLst/>
            <a:ahLst/>
            <a:cxnLst/>
            <a:rect l="l" t="t" r="r" b="b"/>
            <a:pathLst>
              <a:path w="1451207" h="1372896">
                <a:moveTo>
                  <a:pt x="0" y="0"/>
                </a:moveTo>
                <a:lnTo>
                  <a:pt x="1451208" y="0"/>
                </a:lnTo>
                <a:lnTo>
                  <a:pt x="1451208" y="1372896"/>
                </a:lnTo>
                <a:lnTo>
                  <a:pt x="0" y="137289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3082802" y="1445408"/>
            <a:ext cx="12122396" cy="7233224"/>
            <a:chOff x="0" y="0"/>
            <a:chExt cx="4147083" cy="247449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7083" cy="2474493"/>
            </a:xfrm>
            <a:custGeom>
              <a:avLst/>
              <a:gdLst/>
              <a:ahLst/>
              <a:cxnLst/>
              <a:rect l="l" t="t" r="r" b="b"/>
              <a:pathLst>
                <a:path w="4147083" h="2474493">
                  <a:moveTo>
                    <a:pt x="4067665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2395075"/>
                  </a:lnTo>
                  <a:cubicBezTo>
                    <a:pt x="43699" y="2395075"/>
                    <a:pt x="79418" y="2430414"/>
                    <a:pt x="79418" y="2474493"/>
                  </a:cubicBezTo>
                  <a:lnTo>
                    <a:pt x="4067665" y="2474493"/>
                  </a:lnTo>
                  <a:cubicBezTo>
                    <a:pt x="4067665" y="2430794"/>
                    <a:pt x="4103004" y="2395075"/>
                    <a:pt x="4147083" y="2395075"/>
                  </a:cubicBezTo>
                  <a:lnTo>
                    <a:pt x="4147083" y="79418"/>
                  </a:lnTo>
                  <a:cubicBezTo>
                    <a:pt x="4103384" y="79418"/>
                    <a:pt x="4067665" y="44079"/>
                    <a:pt x="4067665" y="0"/>
                  </a:cubicBezTo>
                  <a:close/>
                </a:path>
              </a:pathLst>
            </a:custGeom>
            <a:ln w="142875" cap="sq">
              <a:solidFill>
                <a:srgbClr val="83151E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8100" y="0"/>
              <a:ext cx="4070883" cy="2436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52384" y="1908549"/>
            <a:ext cx="11509399" cy="6246711"/>
            <a:chOff x="0" y="0"/>
            <a:chExt cx="4065241" cy="220640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65241" cy="2206404"/>
            </a:xfrm>
            <a:custGeom>
              <a:avLst/>
              <a:gdLst/>
              <a:ahLst/>
              <a:cxnLst/>
              <a:rect l="l" t="t" r="r" b="b"/>
              <a:pathLst>
                <a:path w="4065241" h="2206404">
                  <a:moveTo>
                    <a:pt x="3985823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2126986"/>
                  </a:lnTo>
                  <a:cubicBezTo>
                    <a:pt x="43699" y="2126986"/>
                    <a:pt x="79418" y="2162325"/>
                    <a:pt x="79418" y="2206404"/>
                  </a:cubicBezTo>
                  <a:lnTo>
                    <a:pt x="3985823" y="2206404"/>
                  </a:lnTo>
                  <a:cubicBezTo>
                    <a:pt x="3985823" y="2162704"/>
                    <a:pt x="4021162" y="2126986"/>
                    <a:pt x="4065241" y="2126986"/>
                  </a:cubicBezTo>
                  <a:lnTo>
                    <a:pt x="4065241" y="79418"/>
                  </a:lnTo>
                  <a:cubicBezTo>
                    <a:pt x="4021541" y="79418"/>
                    <a:pt x="3985823" y="44079"/>
                    <a:pt x="3985823" y="0"/>
                  </a:cubicBezTo>
                  <a:close/>
                </a:path>
              </a:pathLst>
            </a:custGeom>
            <a:ln w="95250" cap="sq">
              <a:solidFill>
                <a:srgbClr val="C72228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100" y="0"/>
              <a:ext cx="3989041" cy="21683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4495800" y="2919391"/>
            <a:ext cx="9372600" cy="4231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00"/>
              </a:lnSpc>
            </a:pPr>
            <a:r>
              <a:rPr lang="en-US" sz="12000" dirty="0">
                <a:solidFill>
                  <a:srgbClr val="64050C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</a:t>
            </a:r>
          </a:p>
          <a:p>
            <a:pPr algn="ctr">
              <a:lnSpc>
                <a:spcPts val="16800"/>
              </a:lnSpc>
            </a:pPr>
            <a:r>
              <a:rPr lang="en-US" sz="12000" dirty="0">
                <a:solidFill>
                  <a:srgbClr val="64050C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78</Words>
  <Application>Microsoft Office PowerPoint</Application>
  <PresentationFormat>Custom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Calibri</vt:lpstr>
      <vt:lpstr>Arial</vt:lpstr>
      <vt:lpstr>Noto Sans Bold</vt:lpstr>
      <vt:lpstr>League Spartan</vt:lpstr>
      <vt:lpstr>Sriracha</vt:lpstr>
      <vt:lpstr>Paytone One</vt:lpstr>
      <vt:lpstr>Noto Sans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ông ma</dc:title>
  <cp:lastModifiedBy>monich</cp:lastModifiedBy>
  <cp:revision>5</cp:revision>
  <dcterms:created xsi:type="dcterms:W3CDTF">2006-08-16T00:00:00Z</dcterms:created>
  <dcterms:modified xsi:type="dcterms:W3CDTF">2026-07-10T02:26:14Z</dcterms:modified>
  <dc:identifier>DAHN85UJozU</dc:identifier>
</cp:coreProperties>
</file>