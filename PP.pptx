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League Spartan" panose="020B0604020202020204" charset="0"/>
      <p:regular r:id="rId10"/>
    </p:embeddedFont>
    <p:embeddedFont>
      <p:font typeface="Noto Sans" panose="020B0502040504020204" pitchFamily="34" charset="0"/>
      <p:regular r:id="rId11"/>
      <p:bold r:id="rId12"/>
      <p:italic r:id="rId13"/>
      <p:boldItalic r:id="rId14"/>
    </p:embeddedFont>
    <p:embeddedFont>
      <p:font typeface="Noto Sans Bold" panose="020B0502040504020204" pitchFamily="34" charset="0"/>
      <p:regular r:id="rId15"/>
      <p:bold r:id="rId16"/>
    </p:embeddedFont>
    <p:embeddedFont>
      <p:font typeface="Paytone One" panose="020B0604020202020204" charset="0"/>
      <p:regular r:id="rId17"/>
    </p:embeddedFont>
    <p:embeddedFont>
      <p:font typeface="Roboto" panose="020B0604020202020204" charset="0"/>
      <p:regular r:id="rId18"/>
    </p:embeddedFont>
    <p:embeddedFont>
      <p:font typeface="Sriracha" panose="020B0604020202020204" charset="-3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23" Type="http://schemas.openxmlformats.org/officeDocument/2006/relationships/tableStyles" Target="tableStyle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4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4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13.png"/><Relationship Id="rId16" Type="http://schemas.openxmlformats.org/officeDocument/2006/relationships/hyperlink" Target="https://monich532003.github.io/web--b-n--hoa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58139" y="7560255"/>
            <a:ext cx="3973679" cy="4114800"/>
          </a:xfrm>
          <a:custGeom>
            <a:avLst/>
            <a:gdLst/>
            <a:ahLst/>
            <a:cxnLst/>
            <a:rect l="l" t="t" r="r" b="b"/>
            <a:pathLst>
              <a:path w="3973679" h="4114800">
                <a:moveTo>
                  <a:pt x="3973678" y="0"/>
                </a:moveTo>
                <a:lnTo>
                  <a:pt x="0" y="0"/>
                </a:lnTo>
                <a:lnTo>
                  <a:pt x="0" y="4114800"/>
                </a:lnTo>
                <a:lnTo>
                  <a:pt x="3973678" y="4114800"/>
                </a:lnTo>
                <a:lnTo>
                  <a:pt x="39736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4004909" cy="2890816"/>
          </a:xfrm>
          <a:custGeom>
            <a:avLst/>
            <a:gdLst/>
            <a:ahLst/>
            <a:cxnLst/>
            <a:rect l="l" t="t" r="r" b="b"/>
            <a:pathLst>
              <a:path w="4004909" h="2890816">
                <a:moveTo>
                  <a:pt x="4004909" y="2890816"/>
                </a:moveTo>
                <a:lnTo>
                  <a:pt x="0" y="2890816"/>
                </a:lnTo>
                <a:lnTo>
                  <a:pt x="0" y="0"/>
                </a:lnTo>
                <a:lnTo>
                  <a:pt x="4004909" y="0"/>
                </a:lnTo>
                <a:lnTo>
                  <a:pt x="4004909" y="28908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676297" y="7752241"/>
            <a:ext cx="3611703" cy="2534759"/>
          </a:xfrm>
          <a:custGeom>
            <a:avLst/>
            <a:gdLst/>
            <a:ahLst/>
            <a:cxnLst/>
            <a:rect l="l" t="t" r="r" b="b"/>
            <a:pathLst>
              <a:path w="3611703" h="2534759">
                <a:moveTo>
                  <a:pt x="3611703" y="0"/>
                </a:moveTo>
                <a:lnTo>
                  <a:pt x="0" y="0"/>
                </a:lnTo>
                <a:lnTo>
                  <a:pt x="0" y="2534759"/>
                </a:lnTo>
                <a:lnTo>
                  <a:pt x="3611703" y="2534759"/>
                </a:lnTo>
                <a:lnTo>
                  <a:pt x="36117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74513" flipV="1">
            <a:off x="15680812" y="-1088829"/>
            <a:ext cx="3611813" cy="4244489"/>
          </a:xfrm>
          <a:custGeom>
            <a:avLst/>
            <a:gdLst/>
            <a:ahLst/>
            <a:cxnLst/>
            <a:rect l="l" t="t" r="r" b="b"/>
            <a:pathLst>
              <a:path w="3611813" h="4244489">
                <a:moveTo>
                  <a:pt x="0" y="4244488"/>
                </a:moveTo>
                <a:lnTo>
                  <a:pt x="3611813" y="4244488"/>
                </a:lnTo>
                <a:lnTo>
                  <a:pt x="3611813" y="0"/>
                </a:lnTo>
                <a:lnTo>
                  <a:pt x="0" y="0"/>
                </a:lnTo>
                <a:lnTo>
                  <a:pt x="0" y="424448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38354" y="2042717"/>
            <a:ext cx="1606762" cy="1696198"/>
          </a:xfrm>
          <a:custGeom>
            <a:avLst/>
            <a:gdLst/>
            <a:ahLst/>
            <a:cxnLst/>
            <a:rect l="l" t="t" r="r" b="b"/>
            <a:pathLst>
              <a:path w="1606762" h="1696198">
                <a:moveTo>
                  <a:pt x="0" y="0"/>
                </a:moveTo>
                <a:lnTo>
                  <a:pt x="1606762" y="0"/>
                </a:lnTo>
                <a:lnTo>
                  <a:pt x="1606762" y="1696198"/>
                </a:lnTo>
                <a:lnTo>
                  <a:pt x="0" y="1696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614110">
            <a:off x="17366721" y="6203504"/>
            <a:ext cx="1451207" cy="1372896"/>
          </a:xfrm>
          <a:custGeom>
            <a:avLst/>
            <a:gdLst/>
            <a:ahLst/>
            <a:cxnLst/>
            <a:rect l="l" t="t" r="r" b="b"/>
            <a:pathLst>
              <a:path w="1451207" h="1372896">
                <a:moveTo>
                  <a:pt x="0" y="0"/>
                </a:moveTo>
                <a:lnTo>
                  <a:pt x="1451208" y="0"/>
                </a:lnTo>
                <a:lnTo>
                  <a:pt x="1451208" y="1372896"/>
                </a:lnTo>
                <a:lnTo>
                  <a:pt x="0" y="13728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93725" y="1867181"/>
            <a:ext cx="15538174" cy="155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67"/>
              </a:lnSpc>
            </a:pPr>
            <a:r>
              <a:rPr lang="en-US" sz="9119" dirty="0">
                <a:solidFill>
                  <a:srgbClr val="64050C"/>
                </a:solidFill>
                <a:latin typeface="Paytone One"/>
                <a:ea typeface="Paytone One"/>
                <a:cs typeface="Paytone One"/>
                <a:sym typeface="Paytone One"/>
              </a:rPr>
              <a:t>BÁO CÁO BÀI TẬP DỰ ÁN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116990" y="6772432"/>
            <a:ext cx="11660757" cy="2168323"/>
            <a:chOff x="0" y="0"/>
            <a:chExt cx="3071146" cy="5710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1146" cy="571081"/>
            </a:xfrm>
            <a:custGeom>
              <a:avLst/>
              <a:gdLst/>
              <a:ahLst/>
              <a:cxnLst/>
              <a:rect l="l" t="t" r="r" b="b"/>
              <a:pathLst>
                <a:path w="3071146" h="571081">
                  <a:moveTo>
                    <a:pt x="21246" y="0"/>
                  </a:moveTo>
                  <a:lnTo>
                    <a:pt x="3049900" y="0"/>
                  </a:lnTo>
                  <a:cubicBezTo>
                    <a:pt x="3055535" y="0"/>
                    <a:pt x="3060939" y="2238"/>
                    <a:pt x="3064923" y="6223"/>
                  </a:cubicBezTo>
                  <a:cubicBezTo>
                    <a:pt x="3068907" y="10207"/>
                    <a:pt x="3071146" y="15611"/>
                    <a:pt x="3071146" y="21246"/>
                  </a:cubicBezTo>
                  <a:lnTo>
                    <a:pt x="3071146" y="549835"/>
                  </a:lnTo>
                  <a:cubicBezTo>
                    <a:pt x="3071146" y="561569"/>
                    <a:pt x="3061634" y="571081"/>
                    <a:pt x="3049900" y="571081"/>
                  </a:cubicBezTo>
                  <a:lnTo>
                    <a:pt x="21246" y="571081"/>
                  </a:lnTo>
                  <a:cubicBezTo>
                    <a:pt x="15611" y="571081"/>
                    <a:pt x="10207" y="568843"/>
                    <a:pt x="6223" y="564858"/>
                  </a:cubicBezTo>
                  <a:cubicBezTo>
                    <a:pt x="2238" y="560874"/>
                    <a:pt x="0" y="555470"/>
                    <a:pt x="0" y="549835"/>
                  </a:cubicBezTo>
                  <a:lnTo>
                    <a:pt x="0" y="21246"/>
                  </a:lnTo>
                  <a:cubicBezTo>
                    <a:pt x="0" y="9512"/>
                    <a:pt x="9512" y="0"/>
                    <a:pt x="21246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71146" cy="609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89466" y="7018394"/>
            <a:ext cx="10515804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Giáo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viên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hướng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dẫn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Nguyễn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Thị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Hải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Hà</a:t>
            </a:r>
            <a:endParaRPr lang="en-US" sz="4500" dirty="0">
              <a:solidFill>
                <a:srgbClr val="FBE7E8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6299"/>
              </a:lnSpc>
            </a:pP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Sinh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viên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thực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hiện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Nguyễn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Thị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Mô</a:t>
            </a:r>
            <a:r>
              <a:rPr lang="en-US" sz="4500" dirty="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500" dirty="0" err="1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Ních</a:t>
            </a:r>
            <a:endParaRPr lang="en-US" sz="4500" dirty="0">
              <a:solidFill>
                <a:srgbClr val="FBE7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5539" y="3421693"/>
            <a:ext cx="12298064" cy="100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9"/>
              </a:lnSpc>
            </a:pPr>
            <a:r>
              <a:rPr lang="en-US" sz="5928" b="1" dirty="0">
                <a:solidFill>
                  <a:srgbClr val="64050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MÔ ĐUN: THIẾT KẾ WEB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8408" y="4401850"/>
            <a:ext cx="15491537" cy="2213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8"/>
              </a:lnSpc>
            </a:pPr>
            <a:r>
              <a:rPr lang="en-US" sz="6341" dirty="0">
                <a:solidFill>
                  <a:srgbClr val="64050C"/>
                </a:solidFill>
                <a:latin typeface="Noto Sans"/>
                <a:ea typeface="Noto Sans"/>
                <a:cs typeface="Noto Sans"/>
                <a:sym typeface="Noto Sans"/>
              </a:rPr>
              <a:t>ĐỀ TÀI:</a:t>
            </a:r>
          </a:p>
          <a:p>
            <a:pPr algn="ctr">
              <a:lnSpc>
                <a:spcPts val="8878"/>
              </a:lnSpc>
            </a:pPr>
            <a:r>
              <a:rPr lang="en-US" sz="6341" b="1" dirty="0">
                <a:solidFill>
                  <a:srgbClr val="64050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THIẾT KẾ WEBSIZE BÁN HOA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34624" y="-1197983"/>
            <a:ext cx="16601806" cy="16450880"/>
          </a:xfrm>
          <a:custGeom>
            <a:avLst/>
            <a:gdLst/>
            <a:ahLst/>
            <a:cxnLst/>
            <a:rect l="l" t="t" r="r" b="b"/>
            <a:pathLst>
              <a:path w="16601806" h="16450880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781992" y="8212199"/>
            <a:ext cx="2995824" cy="3102217"/>
          </a:xfrm>
          <a:custGeom>
            <a:avLst/>
            <a:gdLst/>
            <a:ahLst/>
            <a:cxnLst/>
            <a:rect l="l" t="t" r="r" b="b"/>
            <a:pathLst>
              <a:path w="2995824" h="3102217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1724" y="0"/>
            <a:ext cx="3511040" cy="2534333"/>
          </a:xfrm>
          <a:custGeom>
            <a:avLst/>
            <a:gdLst/>
            <a:ahLst/>
            <a:cxnLst/>
            <a:rect l="l" t="t" r="r" b="b"/>
            <a:pathLst>
              <a:path w="3511040" h="2534333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222013" y="8077786"/>
            <a:ext cx="3147843" cy="2209214"/>
          </a:xfrm>
          <a:custGeom>
            <a:avLst/>
            <a:gdLst/>
            <a:ahLst/>
            <a:cxnLst/>
            <a:rect l="l" t="t" r="r" b="b"/>
            <a:pathLst>
              <a:path w="3147843" h="2209214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74513" flipV="1">
            <a:off x="16261278" y="-962399"/>
            <a:ext cx="3127720" cy="3675597"/>
          </a:xfrm>
          <a:custGeom>
            <a:avLst/>
            <a:gdLst/>
            <a:ahLst/>
            <a:cxnLst/>
            <a:rect l="l" t="t" r="r" b="b"/>
            <a:pathLst>
              <a:path w="3127720" h="3675597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38354" y="1790818"/>
            <a:ext cx="1408623" cy="1487030"/>
          </a:xfrm>
          <a:custGeom>
            <a:avLst/>
            <a:gdLst/>
            <a:ahLst/>
            <a:cxnLst/>
            <a:rect l="l" t="t" r="r" b="b"/>
            <a:pathLst>
              <a:path w="1408623" h="1487030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614110">
            <a:off x="17566900" y="6727958"/>
            <a:ext cx="1264825" cy="1196571"/>
          </a:xfrm>
          <a:custGeom>
            <a:avLst/>
            <a:gdLst/>
            <a:ahLst/>
            <a:cxnLst/>
            <a:rect l="l" t="t" r="r" b="b"/>
            <a:pathLst>
              <a:path w="1264825" h="1196571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869417" y="1909796"/>
            <a:ext cx="14549165" cy="7348504"/>
            <a:chOff x="0" y="0"/>
            <a:chExt cx="3955689" cy="19979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55688" cy="1997942"/>
            </a:xfrm>
            <a:custGeom>
              <a:avLst/>
              <a:gdLst/>
              <a:ahLst/>
              <a:cxnLst/>
              <a:rect l="l" t="t" r="r" b="b"/>
              <a:pathLst>
                <a:path w="3955688" h="1997942">
                  <a:moveTo>
                    <a:pt x="387627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918524"/>
                  </a:lnTo>
                  <a:cubicBezTo>
                    <a:pt x="43699" y="1918524"/>
                    <a:pt x="79418" y="1953863"/>
                    <a:pt x="79418" y="1997942"/>
                  </a:cubicBezTo>
                  <a:lnTo>
                    <a:pt x="3876270" y="1997942"/>
                  </a:lnTo>
                  <a:cubicBezTo>
                    <a:pt x="3876270" y="1954243"/>
                    <a:pt x="3911609" y="1918524"/>
                    <a:pt x="3955688" y="1918524"/>
                  </a:cubicBezTo>
                  <a:lnTo>
                    <a:pt x="3955688" y="79418"/>
                  </a:lnTo>
                  <a:cubicBezTo>
                    <a:pt x="3911989" y="79418"/>
                    <a:pt x="3876270" y="44079"/>
                    <a:pt x="3876270" y="0"/>
                  </a:cubicBezTo>
                  <a:close/>
                </a:path>
              </a:pathLst>
            </a:custGeom>
            <a:ln w="123825" cap="sq">
              <a:solidFill>
                <a:srgbClr val="64050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8100" y="0"/>
              <a:ext cx="3879489" cy="19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53510" y="2163985"/>
            <a:ext cx="13980980" cy="6840127"/>
            <a:chOff x="0" y="0"/>
            <a:chExt cx="3801208" cy="1859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01208" cy="1859723"/>
            </a:xfrm>
            <a:custGeom>
              <a:avLst/>
              <a:gdLst/>
              <a:ahLst/>
              <a:cxnLst/>
              <a:rect l="l" t="t" r="r" b="b"/>
              <a:pathLst>
                <a:path w="3801208" h="1859723">
                  <a:moveTo>
                    <a:pt x="372179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780305"/>
                  </a:lnTo>
                  <a:cubicBezTo>
                    <a:pt x="43699" y="1780305"/>
                    <a:pt x="79418" y="1815644"/>
                    <a:pt x="79418" y="1859723"/>
                  </a:cubicBezTo>
                  <a:lnTo>
                    <a:pt x="3721790" y="1859723"/>
                  </a:lnTo>
                  <a:cubicBezTo>
                    <a:pt x="3721790" y="1816023"/>
                    <a:pt x="3757129" y="1780305"/>
                    <a:pt x="3801208" y="1780305"/>
                  </a:cubicBezTo>
                  <a:lnTo>
                    <a:pt x="3801208" y="79418"/>
                  </a:lnTo>
                  <a:cubicBezTo>
                    <a:pt x="3757509" y="79418"/>
                    <a:pt x="3721790" y="44079"/>
                    <a:pt x="3721790" y="0"/>
                  </a:cubicBezTo>
                  <a:close/>
                </a:path>
              </a:pathLst>
            </a:custGeom>
            <a:ln w="66675" cap="sq">
              <a:solidFill>
                <a:srgbClr val="C72228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00" y="0"/>
              <a:ext cx="3725008" cy="1821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66131" y="2534333"/>
            <a:ext cx="10755738" cy="1306810"/>
            <a:chOff x="0" y="0"/>
            <a:chExt cx="2832787" cy="3441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32787" cy="344180"/>
            </a:xfrm>
            <a:custGeom>
              <a:avLst/>
              <a:gdLst/>
              <a:ahLst/>
              <a:cxnLst/>
              <a:rect l="l" t="t" r="r" b="b"/>
              <a:pathLst>
                <a:path w="2832787" h="344180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2898465" y="2696641"/>
            <a:ext cx="1306810" cy="982194"/>
            <a:chOff x="0" y="0"/>
            <a:chExt cx="344180" cy="2586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4180" cy="258685"/>
            </a:xfrm>
            <a:custGeom>
              <a:avLst/>
              <a:gdLst/>
              <a:ahLst/>
              <a:cxnLst/>
              <a:rect l="l" t="t" r="r" b="b"/>
              <a:pathLst>
                <a:path w="344180" h="258685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4082725" y="2696641"/>
            <a:ext cx="1306810" cy="982194"/>
            <a:chOff x="0" y="0"/>
            <a:chExt cx="344180" cy="2586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4180" cy="258685"/>
            </a:xfrm>
            <a:custGeom>
              <a:avLst/>
              <a:gdLst/>
              <a:ahLst/>
              <a:cxnLst/>
              <a:rect l="l" t="t" r="r" b="b"/>
              <a:pathLst>
                <a:path w="344180" h="258685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809518" y="2803185"/>
            <a:ext cx="866896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SẢN PHẨM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72082" y="3953807"/>
            <a:ext cx="12161241" cy="457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TRANG CHỦ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ƯU ĐÃI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GIỚI THIỆU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SẢN PHẨM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ĐĂNG NHẬP/ĐĂNG KÝ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ĐÁNH GIÁ KHÁCH HÀNG</a:t>
            </a:r>
          </a:p>
          <a:p>
            <a:pPr marL="798826" lvl="1" indent="-399413" algn="l">
              <a:lnSpc>
                <a:spcPts val="5179"/>
              </a:lnSpc>
              <a:buAutoNum type="arabicPeriod"/>
            </a:pPr>
            <a:r>
              <a:rPr lang="en-US" sz="3699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LIÊN HỆ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3178" y="-6687573"/>
            <a:ext cx="16601806" cy="16450880"/>
          </a:xfrm>
          <a:custGeom>
            <a:avLst/>
            <a:gdLst/>
            <a:ahLst/>
            <a:cxnLst/>
            <a:rect l="l" t="t" r="r" b="b"/>
            <a:pathLst>
              <a:path w="16601806" h="16450880">
                <a:moveTo>
                  <a:pt x="0" y="0"/>
                </a:moveTo>
                <a:lnTo>
                  <a:pt x="16601806" y="0"/>
                </a:lnTo>
                <a:lnTo>
                  <a:pt x="16601806" y="16450881"/>
                </a:lnTo>
                <a:lnTo>
                  <a:pt x="0" y="16450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781992" y="8212199"/>
            <a:ext cx="2995824" cy="3102217"/>
          </a:xfrm>
          <a:custGeom>
            <a:avLst/>
            <a:gdLst/>
            <a:ahLst/>
            <a:cxnLst/>
            <a:rect l="l" t="t" r="r" b="b"/>
            <a:pathLst>
              <a:path w="2995824" h="3102217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1724" y="0"/>
            <a:ext cx="3511040" cy="2534333"/>
          </a:xfrm>
          <a:custGeom>
            <a:avLst/>
            <a:gdLst/>
            <a:ahLst/>
            <a:cxnLst/>
            <a:rect l="l" t="t" r="r" b="b"/>
            <a:pathLst>
              <a:path w="3511040" h="2534333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222013" y="8077786"/>
            <a:ext cx="3147843" cy="2209214"/>
          </a:xfrm>
          <a:custGeom>
            <a:avLst/>
            <a:gdLst/>
            <a:ahLst/>
            <a:cxnLst/>
            <a:rect l="l" t="t" r="r" b="b"/>
            <a:pathLst>
              <a:path w="3147843" h="2209214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74513" flipV="1">
            <a:off x="16261278" y="-962399"/>
            <a:ext cx="3127720" cy="3675597"/>
          </a:xfrm>
          <a:custGeom>
            <a:avLst/>
            <a:gdLst/>
            <a:ahLst/>
            <a:cxnLst/>
            <a:rect l="l" t="t" r="r" b="b"/>
            <a:pathLst>
              <a:path w="3127720" h="3675597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38354" y="1790818"/>
            <a:ext cx="1408623" cy="1487030"/>
          </a:xfrm>
          <a:custGeom>
            <a:avLst/>
            <a:gdLst/>
            <a:ahLst/>
            <a:cxnLst/>
            <a:rect l="l" t="t" r="r" b="b"/>
            <a:pathLst>
              <a:path w="1408623" h="1487030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614110">
            <a:off x="17566900" y="6727958"/>
            <a:ext cx="1264825" cy="1196571"/>
          </a:xfrm>
          <a:custGeom>
            <a:avLst/>
            <a:gdLst/>
            <a:ahLst/>
            <a:cxnLst/>
            <a:rect l="l" t="t" r="r" b="b"/>
            <a:pathLst>
              <a:path w="1264825" h="1196571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869417" y="1909796"/>
            <a:ext cx="14549165" cy="7348504"/>
            <a:chOff x="0" y="0"/>
            <a:chExt cx="3955689" cy="19979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55688" cy="1997942"/>
            </a:xfrm>
            <a:custGeom>
              <a:avLst/>
              <a:gdLst/>
              <a:ahLst/>
              <a:cxnLst/>
              <a:rect l="l" t="t" r="r" b="b"/>
              <a:pathLst>
                <a:path w="3955688" h="1997942">
                  <a:moveTo>
                    <a:pt x="387627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918524"/>
                  </a:lnTo>
                  <a:cubicBezTo>
                    <a:pt x="43699" y="1918524"/>
                    <a:pt x="79418" y="1953863"/>
                    <a:pt x="79418" y="1997942"/>
                  </a:cubicBezTo>
                  <a:lnTo>
                    <a:pt x="3876270" y="1997942"/>
                  </a:lnTo>
                  <a:cubicBezTo>
                    <a:pt x="3876270" y="1954243"/>
                    <a:pt x="3911609" y="1918524"/>
                    <a:pt x="3955688" y="1918524"/>
                  </a:cubicBezTo>
                  <a:lnTo>
                    <a:pt x="3955688" y="79418"/>
                  </a:lnTo>
                  <a:cubicBezTo>
                    <a:pt x="3911989" y="79418"/>
                    <a:pt x="3876270" y="44079"/>
                    <a:pt x="3876270" y="0"/>
                  </a:cubicBezTo>
                  <a:close/>
                </a:path>
              </a:pathLst>
            </a:custGeom>
            <a:ln w="123825" cap="sq">
              <a:solidFill>
                <a:srgbClr val="64050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8100" y="0"/>
              <a:ext cx="3879489" cy="1959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53510" y="2163985"/>
            <a:ext cx="13980980" cy="6840127"/>
            <a:chOff x="0" y="0"/>
            <a:chExt cx="3801208" cy="1859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01208" cy="1859723"/>
            </a:xfrm>
            <a:custGeom>
              <a:avLst/>
              <a:gdLst/>
              <a:ahLst/>
              <a:cxnLst/>
              <a:rect l="l" t="t" r="r" b="b"/>
              <a:pathLst>
                <a:path w="3801208" h="1859723">
                  <a:moveTo>
                    <a:pt x="3721790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780305"/>
                  </a:lnTo>
                  <a:cubicBezTo>
                    <a:pt x="43699" y="1780305"/>
                    <a:pt x="79418" y="1815644"/>
                    <a:pt x="79418" y="1859723"/>
                  </a:cubicBezTo>
                  <a:lnTo>
                    <a:pt x="3721790" y="1859723"/>
                  </a:lnTo>
                  <a:cubicBezTo>
                    <a:pt x="3721790" y="1816023"/>
                    <a:pt x="3757129" y="1780305"/>
                    <a:pt x="3801208" y="1780305"/>
                  </a:cubicBezTo>
                  <a:lnTo>
                    <a:pt x="3801208" y="79418"/>
                  </a:lnTo>
                  <a:cubicBezTo>
                    <a:pt x="3757509" y="79418"/>
                    <a:pt x="3721790" y="44079"/>
                    <a:pt x="3721790" y="0"/>
                  </a:cubicBezTo>
                  <a:close/>
                </a:path>
              </a:pathLst>
            </a:custGeom>
            <a:ln w="66675" cap="sq">
              <a:solidFill>
                <a:srgbClr val="C72228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00" y="0"/>
              <a:ext cx="3725008" cy="1821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66131" y="2534333"/>
            <a:ext cx="10755738" cy="1306810"/>
            <a:chOff x="0" y="0"/>
            <a:chExt cx="2832787" cy="3441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32787" cy="344180"/>
            </a:xfrm>
            <a:custGeom>
              <a:avLst/>
              <a:gdLst/>
              <a:ahLst/>
              <a:cxnLst/>
              <a:rect l="l" t="t" r="r" b="b"/>
              <a:pathLst>
                <a:path w="2832787" h="344180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2898465" y="2696641"/>
            <a:ext cx="1306810" cy="982194"/>
            <a:chOff x="0" y="0"/>
            <a:chExt cx="344180" cy="2586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4180" cy="258685"/>
            </a:xfrm>
            <a:custGeom>
              <a:avLst/>
              <a:gdLst/>
              <a:ahLst/>
              <a:cxnLst/>
              <a:rect l="l" t="t" r="r" b="b"/>
              <a:pathLst>
                <a:path w="344180" h="258685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4082725" y="2696641"/>
            <a:ext cx="1306810" cy="982194"/>
            <a:chOff x="0" y="0"/>
            <a:chExt cx="344180" cy="2586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4180" cy="258685"/>
            </a:xfrm>
            <a:custGeom>
              <a:avLst/>
              <a:gdLst/>
              <a:ahLst/>
              <a:cxnLst/>
              <a:rect l="l" t="t" r="r" b="b"/>
              <a:pathLst>
                <a:path w="344180" h="258685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532682" y="2722451"/>
            <a:ext cx="971235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SẢN PHẨM</a:t>
            </a:r>
          </a:p>
        </p:txBody>
      </p:sp>
      <p:sp>
        <p:nvSpPr>
          <p:cNvPr id="25" name="TextBox 25">
            <a:hlinkClick r:id="rId16"/>
          </p:cNvPr>
          <p:cNvSpPr txBox="1"/>
          <p:nvPr/>
        </p:nvSpPr>
        <p:spPr>
          <a:xfrm>
            <a:off x="3276600" y="5517373"/>
            <a:ext cx="1095595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  <a:spcBef>
                <a:spcPct val="0"/>
              </a:spcBef>
            </a:pPr>
            <a:r>
              <a:rPr lang="en-US" sz="3560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3560" dirty="0">
                <a:solidFill>
                  <a:srgbClr val="64050C"/>
                </a:solidFill>
                <a:latin typeface="Sriracha"/>
                <a:ea typeface="Sriracha"/>
                <a:cs typeface="Sriracha"/>
                <a:sym typeface="Sriracha"/>
                <a:hlinkClick r:id="rId16"/>
              </a:rPr>
              <a:t> https://monich532003.github.io/web--b-n--hoa/</a:t>
            </a:r>
            <a:endParaRPr lang="en-US" sz="3560" dirty="0">
              <a:solidFill>
                <a:srgbClr val="64050C"/>
              </a:solidFill>
              <a:latin typeface="Sriracha"/>
              <a:ea typeface="Sriracha"/>
              <a:cs typeface="Sriracha"/>
              <a:sym typeface="Srirach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58139" y="7560255"/>
            <a:ext cx="3973679" cy="4114800"/>
          </a:xfrm>
          <a:custGeom>
            <a:avLst/>
            <a:gdLst/>
            <a:ahLst/>
            <a:cxnLst/>
            <a:rect l="l" t="t" r="r" b="b"/>
            <a:pathLst>
              <a:path w="3973679" h="4114800">
                <a:moveTo>
                  <a:pt x="3973678" y="0"/>
                </a:moveTo>
                <a:lnTo>
                  <a:pt x="0" y="0"/>
                </a:lnTo>
                <a:lnTo>
                  <a:pt x="0" y="4114800"/>
                </a:lnTo>
                <a:lnTo>
                  <a:pt x="3973678" y="4114800"/>
                </a:lnTo>
                <a:lnTo>
                  <a:pt x="39736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4004909" cy="2890816"/>
          </a:xfrm>
          <a:custGeom>
            <a:avLst/>
            <a:gdLst/>
            <a:ahLst/>
            <a:cxnLst/>
            <a:rect l="l" t="t" r="r" b="b"/>
            <a:pathLst>
              <a:path w="4004909" h="2890816">
                <a:moveTo>
                  <a:pt x="4004909" y="2890816"/>
                </a:moveTo>
                <a:lnTo>
                  <a:pt x="0" y="2890816"/>
                </a:lnTo>
                <a:lnTo>
                  <a:pt x="0" y="0"/>
                </a:lnTo>
                <a:lnTo>
                  <a:pt x="4004909" y="0"/>
                </a:lnTo>
                <a:lnTo>
                  <a:pt x="4004909" y="28908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676297" y="7752241"/>
            <a:ext cx="3611703" cy="2534759"/>
          </a:xfrm>
          <a:custGeom>
            <a:avLst/>
            <a:gdLst/>
            <a:ahLst/>
            <a:cxnLst/>
            <a:rect l="l" t="t" r="r" b="b"/>
            <a:pathLst>
              <a:path w="3611703" h="2534759">
                <a:moveTo>
                  <a:pt x="3611703" y="0"/>
                </a:moveTo>
                <a:lnTo>
                  <a:pt x="0" y="0"/>
                </a:lnTo>
                <a:lnTo>
                  <a:pt x="0" y="2534759"/>
                </a:lnTo>
                <a:lnTo>
                  <a:pt x="3611703" y="2534759"/>
                </a:lnTo>
                <a:lnTo>
                  <a:pt x="36117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74513" flipV="1">
            <a:off x="15680812" y="-1088829"/>
            <a:ext cx="3611813" cy="4244489"/>
          </a:xfrm>
          <a:custGeom>
            <a:avLst/>
            <a:gdLst/>
            <a:ahLst/>
            <a:cxnLst/>
            <a:rect l="l" t="t" r="r" b="b"/>
            <a:pathLst>
              <a:path w="3611813" h="4244489">
                <a:moveTo>
                  <a:pt x="0" y="4244488"/>
                </a:moveTo>
                <a:lnTo>
                  <a:pt x="3611813" y="4244488"/>
                </a:lnTo>
                <a:lnTo>
                  <a:pt x="3611813" y="0"/>
                </a:lnTo>
                <a:lnTo>
                  <a:pt x="0" y="0"/>
                </a:lnTo>
                <a:lnTo>
                  <a:pt x="0" y="424448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38354" y="2042717"/>
            <a:ext cx="1606762" cy="1696198"/>
          </a:xfrm>
          <a:custGeom>
            <a:avLst/>
            <a:gdLst/>
            <a:ahLst/>
            <a:cxnLst/>
            <a:rect l="l" t="t" r="r" b="b"/>
            <a:pathLst>
              <a:path w="1606762" h="1696198">
                <a:moveTo>
                  <a:pt x="0" y="0"/>
                </a:moveTo>
                <a:lnTo>
                  <a:pt x="1606762" y="0"/>
                </a:lnTo>
                <a:lnTo>
                  <a:pt x="1606762" y="1696198"/>
                </a:lnTo>
                <a:lnTo>
                  <a:pt x="0" y="1696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614110">
            <a:off x="17366721" y="6203504"/>
            <a:ext cx="1451207" cy="1372896"/>
          </a:xfrm>
          <a:custGeom>
            <a:avLst/>
            <a:gdLst/>
            <a:ahLst/>
            <a:cxnLst/>
            <a:rect l="l" t="t" r="r" b="b"/>
            <a:pathLst>
              <a:path w="1451207" h="1372896">
                <a:moveTo>
                  <a:pt x="0" y="0"/>
                </a:moveTo>
                <a:lnTo>
                  <a:pt x="1451208" y="0"/>
                </a:lnTo>
                <a:lnTo>
                  <a:pt x="1451208" y="1372896"/>
                </a:lnTo>
                <a:lnTo>
                  <a:pt x="0" y="13728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082802" y="1445408"/>
            <a:ext cx="12122396" cy="7233224"/>
            <a:chOff x="0" y="0"/>
            <a:chExt cx="4147083" cy="24744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7083" cy="2474493"/>
            </a:xfrm>
            <a:custGeom>
              <a:avLst/>
              <a:gdLst/>
              <a:ahLst/>
              <a:cxnLst/>
              <a:rect l="l" t="t" r="r" b="b"/>
              <a:pathLst>
                <a:path w="4147083" h="2474493">
                  <a:moveTo>
                    <a:pt x="406766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395075"/>
                  </a:lnTo>
                  <a:cubicBezTo>
                    <a:pt x="43699" y="2395075"/>
                    <a:pt x="79418" y="2430414"/>
                    <a:pt x="79418" y="2474493"/>
                  </a:cubicBezTo>
                  <a:lnTo>
                    <a:pt x="4067665" y="2474493"/>
                  </a:lnTo>
                  <a:cubicBezTo>
                    <a:pt x="4067665" y="2430794"/>
                    <a:pt x="4103004" y="2395075"/>
                    <a:pt x="4147083" y="2395075"/>
                  </a:cubicBezTo>
                  <a:lnTo>
                    <a:pt x="4147083" y="79418"/>
                  </a:lnTo>
                  <a:cubicBezTo>
                    <a:pt x="4103384" y="79418"/>
                    <a:pt x="4067665" y="44079"/>
                    <a:pt x="4067665" y="0"/>
                  </a:cubicBezTo>
                  <a:close/>
                </a:path>
              </a:pathLst>
            </a:custGeom>
            <a:ln w="142875" cap="sq">
              <a:solidFill>
                <a:srgbClr val="83151E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00" y="0"/>
              <a:ext cx="4070883" cy="2436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52384" y="1908549"/>
            <a:ext cx="11509399" cy="6246711"/>
            <a:chOff x="0" y="0"/>
            <a:chExt cx="4065241" cy="22064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65241" cy="2206404"/>
            </a:xfrm>
            <a:custGeom>
              <a:avLst/>
              <a:gdLst/>
              <a:ahLst/>
              <a:cxnLst/>
              <a:rect l="l" t="t" r="r" b="b"/>
              <a:pathLst>
                <a:path w="4065241" h="2206404">
                  <a:moveTo>
                    <a:pt x="3985823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2126986"/>
                  </a:lnTo>
                  <a:cubicBezTo>
                    <a:pt x="43699" y="2126986"/>
                    <a:pt x="79418" y="2162325"/>
                    <a:pt x="79418" y="2206404"/>
                  </a:cubicBezTo>
                  <a:lnTo>
                    <a:pt x="3985823" y="2206404"/>
                  </a:lnTo>
                  <a:cubicBezTo>
                    <a:pt x="3985823" y="2162704"/>
                    <a:pt x="4021162" y="2126986"/>
                    <a:pt x="4065241" y="2126986"/>
                  </a:cubicBezTo>
                  <a:lnTo>
                    <a:pt x="4065241" y="79418"/>
                  </a:lnTo>
                  <a:cubicBezTo>
                    <a:pt x="4021541" y="79418"/>
                    <a:pt x="3985823" y="44079"/>
                    <a:pt x="3985823" y="0"/>
                  </a:cubicBezTo>
                  <a:close/>
                </a:path>
              </a:pathLst>
            </a:custGeom>
            <a:ln w="95250" cap="sq">
              <a:solidFill>
                <a:srgbClr val="C7222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100" y="0"/>
              <a:ext cx="3989041" cy="21683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495800" y="2919391"/>
            <a:ext cx="9372600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dirty="0">
                <a:solidFill>
                  <a:srgbClr val="6405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  <a:p>
            <a:pPr algn="ctr">
              <a:lnSpc>
                <a:spcPts val="16800"/>
              </a:lnSpc>
            </a:pPr>
            <a:r>
              <a:rPr lang="en-US" sz="12000" dirty="0">
                <a:solidFill>
                  <a:srgbClr val="6405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78</Words>
  <Application>Microsoft Office PowerPoint</Application>
  <PresentationFormat>Custom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League Spartan</vt:lpstr>
      <vt:lpstr>Noto Sans Bold</vt:lpstr>
      <vt:lpstr>Noto Sans</vt:lpstr>
      <vt:lpstr>Paytone One</vt:lpstr>
      <vt:lpstr>Arial</vt:lpstr>
      <vt:lpstr>Sriracha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ông ma</dc:title>
  <cp:lastModifiedBy>monich</cp:lastModifiedBy>
  <cp:revision>4</cp:revision>
  <dcterms:created xsi:type="dcterms:W3CDTF">2006-08-16T00:00:00Z</dcterms:created>
  <dcterms:modified xsi:type="dcterms:W3CDTF">2026-07-09T04:17:07Z</dcterms:modified>
  <dc:identifier>DAHN85UJozU</dc:identifier>
</cp:coreProperties>
</file>